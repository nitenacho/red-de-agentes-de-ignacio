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60A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060A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91440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4600" y="129844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Claude_Ignacio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129844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GPT_Ignacio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760720" y="9144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29844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ClawFrankie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Agentes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Ignacio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MissionControl  ·  Claude_Ignacio  ·  GPT_Ignacio  ·  ClawFrankie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114800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801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red de 3 agentes IA que se comunican vía Discord y publican contenido en una web pública alojada en GitHub Pages.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Claude Sonnet 4.6 como agente principal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GPT-4o como agente ejecutor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ClawFrankie como agente puente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pública en GitHub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3657600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Discord.js v14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Node.js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2057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Python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2487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2487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492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2916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33467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33467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dispatch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3776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web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704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Claude_Ignacio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5270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principal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Claude Sonnet 4.6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3774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+ Node.js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8346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Discord bot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2918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Comando !muestrario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51760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0584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704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GPT_Ignacio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5270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Ejecutor de tareas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9202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GPT-4o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3774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ChatGPT Plus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28346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Proyecto en chatgpt.com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32918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Confirmado: listo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651760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0584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1704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ClawFrankie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15270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puente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6208" y="19202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Claude Sonnet 4.6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23774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28346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Bridge relay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32918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Árbitro de la red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4297680"/>
            <a:ext cx="3108960" cy="594360"/>
          </a:xfrm>
          <a:prstGeom prst="rect">
            <a:avLst/>
          </a:prstGeom>
          <a:solidFill>
            <a:srgbClr val="818CF8">
              <a:alpha val="8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4297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GitHub Pages — MissionControl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91640" y="42062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42062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2360" y="42062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06070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307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gh CLI, Python, Node.js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2821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Desktop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Plus, proyecto, Work with Apps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86584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957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 Claude→GPT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642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GPT_Ignacio confirma identidad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054096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Discord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10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!ping, !muestrario, JS + Python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721608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21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7307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Pages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GitHub Pages activo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389120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39826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MissionControl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645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dark + neón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051560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106070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+ PPT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1307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RedDeAgentes.pptx + diagrama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719072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172821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Mental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mental.html con arquitectura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386584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23957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Muestrario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2642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muestrario.html + repo_dispatch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054096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30632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E2E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3310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imagen, video end-to-end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721608"/>
            <a:ext cx="475488" cy="47548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721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37307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0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runbook, entrega final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extender la 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nuevo agente en 4 pasos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111D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3898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Crear Discord Application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6916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discord.com/developers → New Application → Bot → Copy Token. Habilitar intents: Message Content, Server Members, Presence.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8229600" cy="777240"/>
          </a:xfrm>
          <a:prstGeom prst="rect">
            <a:avLst/>
          </a:prstGeom>
          <a:solidFill>
            <a:srgbClr val="111D2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21992"/>
            <a:ext cx="73152" cy="777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2199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2286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Crear el bot 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58775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discord-bot/clawfrankie.js con el nuevo nombre. Agregar el token en discord-bot/.env y el script en package.json.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8229600" cy="777240"/>
          </a:xfrm>
          <a:prstGeom prst="rect">
            <a:avLst/>
          </a:prstGeom>
          <a:solidFill>
            <a:srgbClr val="11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18104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18104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31821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Agregar tarjeta en index.html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48386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una .agent-card en index.html con el color, nombre, App ID y descripción del nuevo agente.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14216"/>
            <a:ext cx="8229600" cy="777240"/>
          </a:xfrm>
          <a:prstGeom prst="rect">
            <a:avLst/>
          </a:prstGeom>
          <a:solidFill>
            <a:srgbClr val="111D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14216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14216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78992" y="40782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Publicar con git push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37997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'feat: nuevo agente X' &amp;&amp; git push origin main — GitHub Pages se actualiza automáticamente.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nitenacho.github.io/Red-de-agentes-de-Ignacio  ·  github.com/nitenacho/Red-de-agentes-de-Ignacio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de Agentes de Ignacio</dc:title>
  <dc:subject>PptxGenJS Presentation</dc:subject>
  <dc:creator>Claude_Ignacio</dc:creator>
  <cp:lastModifiedBy>Claude_Ignacio</cp:lastModifiedBy>
  <cp:revision>1</cp:revision>
  <dcterms:created xsi:type="dcterms:W3CDTF">2026-05-10T20:59:50Z</dcterms:created>
  <dcterms:modified xsi:type="dcterms:W3CDTF">2026-05-10T20:59:50Z</dcterms:modified>
</cp:coreProperties>
</file>